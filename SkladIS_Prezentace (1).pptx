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7" r:id="rId6"/>
    <p:sldId id="268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2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Skladový informační systém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aplikace pro správu skladu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417320" cy="3657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3200400"/>
            <a:ext cx="1417320" cy="3657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2057400" y="3200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3200400"/>
            <a:ext cx="1417320" cy="3657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3566160" y="3200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3200400"/>
            <a:ext cx="1417320" cy="3657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5074920" y="3200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914400"/>
            <a:ext cx="2377440" cy="3200400"/>
          </a:xfrm>
          <a:prstGeom prst="rect">
            <a:avLst/>
          </a:prstGeom>
          <a:solidFill>
            <a:srgbClr val="152840"/>
          </a:solidFill>
          <a:ln w="12700">
            <a:solidFill>
              <a:srgbClr val="2C4F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6675120" y="10515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Správa zboží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5270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↕️  Pohyby skladu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00253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Upozornění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47802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Reporty &amp; Export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95351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Dodavatelé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4290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Odběratelé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Projekt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projektu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Cíl projektu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Navrhnout a vytvořit informační systém pro správu skladu s databázovou a aplikační vrstvou.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73152" cy="1645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498348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Architektura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Třívrstvá architektura: databáze (PostgreSQL), datová vrstva (Python modely), prezentační vrstva (PyQt6 UI).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Databáze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 5 tabulkami, triggery pro automatickou aktualizaci stavu skladu a views pro přehledy.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1148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73152" cy="1645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498348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Aplikace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566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aplikace v PyQt6 s 7 obrazovkami, dialogovými formuláři a exportem do CSV.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Databázová vrstva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Tabulky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572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Třídění zboží do skupin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ZBOZI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194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položek na skladě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52344"/>
            <a:ext cx="3840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594360" y="2816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DODAVATEL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8163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Partneři pro příjem zboží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7413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594360" y="34381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ODBERATEL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4381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Partneři pro výdej zboží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95928"/>
            <a:ext cx="3840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594360" y="40599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POHYB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0599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Záznamy všech pohybů skladu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Speciální prvky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41148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489204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Trigger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847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Automaticky aktualizuje množství na skladě po každém pohybu. Hlídá záporný stav.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1343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4754880" y="2313432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489204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Constraint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651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Příjem musí mít dodavatele, výdej musí mít odběratele — vynuceno na úrovni DB.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118104"/>
            <a:ext cx="41148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4754880" y="3118104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4892040" y="3182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Views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456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nizky_stav a pohyby_detail — předpřipravené dotazy pro UI obrazovky.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92277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4754880" y="3922776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4892040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ENUM typ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42611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typ_pohybu omezuje hodnoty na příjem/výdej — žádná neplatná data.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 klíčových funkcí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 — univerzální DB helper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645920"/>
          </a:xfrm>
          <a:prstGeom prst="rect">
            <a:avLst/>
          </a:prstGeom>
          <a:solidFill>
            <a:srgbClr val="1E2D3D"/>
          </a:solidFill>
          <a:ln w="12700">
            <a:solidFill>
              <a:srgbClr val="2C4F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(sql, params=None, fetch=None):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get_connection() as conn: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conn.cursor(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cursor_factory=RealDictCursor)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cur.execute(sql, params)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== 'all'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cur.fetchall()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931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64008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RealDictCursor vrací {nazev: "Papír"} místo ("Papír",) — přehledný přístup k datům přes jméno sloupce.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— trigger na pohyb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4114800" cy="1645920"/>
          </a:xfrm>
          <a:prstGeom prst="rect">
            <a:avLst/>
          </a:prstGeom>
          <a:solidFill>
            <a:srgbClr val="1E2D3D"/>
          </a:solidFill>
          <a:ln w="12700">
            <a:solidFill>
              <a:srgbClr val="2C4F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NEW.typ = 'prijem'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zbozi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</a:t>
            </a: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mnozstvi_na_sklade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mnozstvi_na_sklade + NEW.mnozstvi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ELSIF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NEW.typ = 'vydej'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sklad &lt; NEW.mnozstvi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EXCEPTION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'Nedostatek zboží';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200400"/>
            <a:ext cx="411480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64008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se spustí automaticky po každém INSERT do tabulky pohyb — aplikace nemusí ručně měnit stav skladu.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39319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64008" cy="7772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nizky_stav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nizky_stav — předpřipravený dotaz vrátí zboží pod minimem seřazené podle kritičnosti.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4069080"/>
            <a:ext cx="41148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4754880" y="4069080"/>
            <a:ext cx="64008" cy="7772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chk_partner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Databáze sama hlídá: příjem musí mít dodavatele, výdej odběratele. Nelze vložit neplatný pohyb.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Děkuji za pozornost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1737360" cy="1645920"/>
          </a:xfrm>
          <a:prstGeom prst="rect">
            <a:avLst/>
          </a:prstGeom>
          <a:solidFill>
            <a:srgbClr val="152840"/>
          </a:solidFill>
          <a:ln w="12700">
            <a:solidFill>
              <a:srgbClr val="2C4F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tabulek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databáze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743200"/>
            <a:ext cx="1737360" cy="1645920"/>
          </a:xfrm>
          <a:prstGeom prst="rect">
            <a:avLst/>
          </a:prstGeom>
          <a:solidFill>
            <a:srgbClr val="152840"/>
          </a:solidFill>
          <a:ln w="12700">
            <a:solidFill>
              <a:srgbClr val="2C4F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92608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Views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Databázová logika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743200"/>
            <a:ext cx="1737360" cy="1645920"/>
          </a:xfrm>
          <a:prstGeom prst="rect">
            <a:avLst/>
          </a:prstGeom>
          <a:solidFill>
            <a:srgbClr val="152840"/>
          </a:solidFill>
          <a:ln w="12700">
            <a:solidFill>
              <a:srgbClr val="2C4F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obrazovek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desktop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2743200"/>
            <a:ext cx="1737360" cy="1645920"/>
          </a:xfrm>
          <a:prstGeom prst="rect">
            <a:avLst/>
          </a:prstGeom>
          <a:solidFill>
            <a:srgbClr val="152840"/>
          </a:solidFill>
          <a:ln w="12700">
            <a:solidFill>
              <a:srgbClr val="2C4F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694944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Reporty a přehledy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github.com/TheMlgNyanCat/VIS_Projekt_Sklad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453</Words>
  <Application>Microsoft Office PowerPoint</Application>
  <PresentationFormat>Předvádění na obrazovce (16:9)</PresentationFormat>
  <Paragraphs>97</Paragraphs>
  <Slides>6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Skladový informační systém</dc:title>
  <dc:subject>PptxGenJS Presentation</dc:subject>
  <dc:creator>PptxGenJS</dc:creator>
  <cp:lastModifiedBy>Lakšman Michalák</cp:lastModifiedBy>
  <cp:revision>2</cp:revision>
  <dcterms:created xsi:type="dcterms:W3CDTF">2026-05-25T11:17:40Z</dcterms:created>
  <dcterms:modified xsi:type="dcterms:W3CDTF">2026-05-25T11:30:01Z</dcterms:modified>
</cp:coreProperties>
</file>